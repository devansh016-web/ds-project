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2" r:id="rId10"/>
    <p:sldId id="268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2"/>
  </p:normalViewPr>
  <p:slideViewPr>
    <p:cSldViewPr snapToGrid="0" snapToObjects="1" showGuides="1">
      <p:cViewPr varScale="1">
        <p:scale>
          <a:sx n="81" d="100"/>
          <a:sy n="81" d="100"/>
        </p:scale>
        <p:origin x="643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8A160-391F-4CE7-9E60-939F4BE69CBE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0B48B-7E58-43F6-9891-14218BF0E68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FA947-879E-4DC2-869D-399C1EC1ABC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A76A6-FCC7-4C03-90A7-366FE229929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Review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5E71-DD0E-4511-B1B4-E632602C70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B68B-CB59-4155-9B93-3D1B5118116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4FF5-E2F6-4BF6-9C72-535C4BBAE163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F2FE-B16C-4B24-B03B-93837832CEBD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F6CF-5203-4E76-9F14-6DADA272531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4F0DB-B06E-4F7F-9DDB-1486F29EFD0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9F49-480E-4B5E-BA5E-805CBA7D3F0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2998-E1AC-42FE-B791-0A8A87EA734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CA97B-4525-46A0-AD03-BDF4C7DE8E0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54FF5-E2F6-4BF6-9C72-535C4BBAE16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209800" y="176813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445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LOCAL CHAT APPLICATION</a:t>
            </a:r>
            <a:endParaRPr lang="en-US" sz="4445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419560" y="3451379"/>
            <a:ext cx="46053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algn="ctr">
              <a:spcAft>
                <a:spcPts val="0"/>
              </a:spcAft>
              <a:buClr>
                <a:schemeClr val="dk1"/>
              </a:buClr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Submitted By:</a:t>
            </a:r>
            <a:endParaRPr dirty="0"/>
          </a:p>
          <a:p>
            <a:pPr algn="ctr">
              <a:spcAft>
                <a:spcPts val="0"/>
              </a:spcAft>
              <a:buClr>
                <a:srgbClr val="888888"/>
              </a:buClr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spcAft>
                <a:spcPts val="0"/>
              </a:spcAft>
              <a:buClr>
                <a:srgbClr val="888888"/>
              </a:buClr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Reg. No:RA2311030030029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Name:DEVANSH SHARMA</a:t>
            </a:r>
            <a:endParaRPr lang="en-US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</a:pPr>
            <a:endParaRPr dirty="0"/>
          </a:p>
          <a:p>
            <a:pPr algn="ctr">
              <a:spcBef>
                <a:spcPts val="590"/>
              </a:spcBef>
              <a:spcAft>
                <a:spcPts val="0"/>
              </a:spcAft>
              <a:buClr>
                <a:srgbClr val="888888"/>
              </a:buClr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3095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2934665" y="0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SRM INSTITUTE OF SCIENCE AND TECHNOLOGY </a:t>
            </a:r>
            <a:endParaRPr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  <a:endParaRPr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Clr>
                <a:srgbClr val="000000"/>
              </a:buClr>
              <a:buSzPts val="1800"/>
            </a:pPr>
            <a:endParaRPr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-630568" y="4657628"/>
            <a:ext cx="34719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7500" lnSpcReduction="20000"/>
          </a:bodyPr>
          <a:lstStyle/>
          <a:p>
            <a:pPr algn="ctr">
              <a:lnSpc>
                <a:spcPct val="170000"/>
              </a:lnSpc>
              <a:spcBef>
                <a:spcPts val="590"/>
              </a:spcBef>
              <a:buClr>
                <a:srgbClr val="888888"/>
              </a:buClr>
              <a:buSzPct val="100000"/>
            </a:pPr>
            <a:r>
              <a:rPr lang="en-US" sz="3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Submitted to: MS. GEETANJALI TYAGI</a:t>
            </a:r>
            <a:endParaRPr dirty="0"/>
          </a:p>
          <a:p>
            <a:pPr algn="ctr">
              <a:lnSpc>
                <a:spcPct val="170000"/>
              </a:lnSpc>
              <a:spcBef>
                <a:spcPts val="590"/>
              </a:spcBef>
              <a:buClr>
                <a:srgbClr val="888888"/>
              </a:buClr>
              <a:buSzPct val="100000"/>
            </a:pPr>
            <a:r>
              <a:rPr lang="en-US" sz="3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Designation: Assistant professor</a:t>
            </a:r>
            <a:br>
              <a:rPr lang="en-US" sz="3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Department: CSE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92369" y="18522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Project Overview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 dirty="0"/>
              <a:t>*Background of the Project: A Local Chat Application enables communication over a local network without relying on internet-based platforms like WhatsApp or Telegram.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*Real-World Problem Addressed: It solves communication issues in areas with poor or no internet by allowing messaging within a local network.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*Motivation of the Work: The project aims to provide a secure, low-cost, and fast communication system independent of external servers.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*Application Domain: It is useful in schools, offices, events, emergency situations, and secure environments for internal communication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Problem </a:t>
            </a:r>
            <a:r>
              <a:rPr dirty="0">
                <a:solidFill>
                  <a:schemeClr val="accent1"/>
                </a:solidFill>
              </a:rPr>
              <a:t>Statement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dirty="0"/>
              <a:t>* Problem Definition: Existing chat applications rely on internet connectivity, making communication difficult in local or offline environments.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Importance of the Problem: Reliable communication is essential in areas with poor internet, emergencies, or secure networks where external access is restricted.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Gaps in Existing Solutions:Current systems depend on centralized servers, have privacy concerns, and lack efficient offline or LAN-based communication support.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Project Objectives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* Main Goal:To develop a Local Chat Application that enables real-time communication over a local network without internet access.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Specific Objectives:To implement user connectivity, message exchange, and secure data transfer within a LAN environment.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Expected System Outcomes: A fast, reliable, and secure messaging system that works efficiently within a local network.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Literature Review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TABLE-: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3556000" y="3094355"/>
            <a:ext cx="3627755" cy="2533650"/>
          </a:xfrm>
          <a:prstGeom prst="rect">
            <a:avLst/>
          </a:prstGeom>
        </p:spPr>
        <p:txBody>
          <a:bodyPr>
            <a:noAutofit/>
          </a:bodyPr>
          <a:p/>
        </p:txBody>
      </p:sp>
      <p:graphicFrame>
        <p:nvGraphicFramePr>
          <p:cNvPr id="10" name="Table 9"/>
          <p:cNvGraphicFramePr/>
          <p:nvPr/>
        </p:nvGraphicFramePr>
        <p:xfrm>
          <a:off x="854075" y="2506980"/>
          <a:ext cx="10499725" cy="3513455"/>
        </p:xfrm>
        <a:graphic>
          <a:graphicData uri="http://schemas.openxmlformats.org/drawingml/2006/table">
            <a:tbl>
              <a:tblPr/>
              <a:tblGrid>
                <a:gridCol w="2099945"/>
                <a:gridCol w="2099945"/>
                <a:gridCol w="2099945"/>
                <a:gridCol w="1411605"/>
                <a:gridCol w="2099945"/>
              </a:tblGrid>
              <a:tr h="319405">
                <a:tc>
                  <a:txBody>
                    <a:bodyPr/>
                    <a:p>
                      <a:r>
                        <a:rPr sz="1100"/>
                        <a:t>S.No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Focus Area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Technologies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Key Idea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Limitation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LAN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C, Sockets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Local messaging system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Low scalability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2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Real-time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WebSockets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Fast communication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Needs internet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3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MERN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MongoDB, React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Full-stack app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Server dependency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Secure Messaging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Encryption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Data privacy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Hard data recovery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5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Messaging Apps Study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WhatsApp, Telegram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Feature comparison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Platform dependency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6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Blockchain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Blockchain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Secure system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High complexity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7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Decentralized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P2P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No central server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Performance issues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Web Chat Server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Node.js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Fast messaging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Requires server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9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LAN Secure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Flask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Internal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Small network limit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100"/>
                        <a:t>10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Distributed Chat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P2P Network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Decentralized system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Sync issues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dirty="0">
                <a:solidFill>
                  <a:schemeClr val="accent1"/>
                </a:solidFill>
              </a:rPr>
            </a:br>
            <a:r>
              <a:rPr dirty="0">
                <a:solidFill>
                  <a:schemeClr val="accent1"/>
                </a:solidFill>
              </a:rPr>
              <a:t>System Architecture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91123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SYSTEM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55" y="2004060"/>
            <a:ext cx="7698105" cy="4208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Proposed System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dirty="0"/>
              <a:t>* Overview of Proposed Solution: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1. Develop a chat application that works on a local network (LAN/Wi-Fi) without internet.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2. Use socket programming for real-time message exchange.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3. Enable direct device-to-device communication.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4. Ensure basic security and user-friendly interface.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Advantages over Existing System: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1. Works without internet connectivity.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2. Faster communication with low latency.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3. Improved privacy as data stays within local network.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4. No dependency on external servers.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Dataset Description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* Dataset Source:User-generated messages exchanged within the local chat application.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Number of Records:Depends on active users and chat activity (dynamic and continuously increasing).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Attributes/Features Used:Username, message content, timestamp, and connection status.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Data Preparation Steps:Clean and organize messages by removing empty data, formatting timestamps, and structuring chats for efficient storage and retrieval.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3214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Methodology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Requirement Analysis:Identify features like messaging, user connection, and real-time communication within a local network.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Design:Plan the architecture, including client-server model and data flow between users.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Selection:Choose tools such as Java/Python, Socket Programming, and networking protocols.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UI Development:Design a simple interface for sending and receiving messages.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 Development:Implement server and client communication using sockets for message transfer.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Testing &amp; Debugging:Check message delivery, connection stability, and fix errors.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Deployment &amp; Evaluation:Run the application on a local network and evaluate performance and usability.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Tools &amp; Technologies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* Programming Language:Python for implementing socket-based communication.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Frameworks:Socket Programming (TCP/UDP) for real-time messaging.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Database:SQLite / MySQL for storing chat history (optional).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Development Environment:Visual Studio Code or PyCharm for coding and testing.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Dataset Source:Real-time user-generated messages within the local network.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Modules Implemented</a:t>
            </a:r>
            <a:r>
              <a:rPr lang="en-US" dirty="0">
                <a:solidFill>
                  <a:schemeClr val="accent1"/>
                </a:solidFill>
              </a:rPr>
              <a:t> Details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US" dirty="0"/>
              <a:t>* User Connection Module:Handles user login/identification and establishes connection with the local server.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Server Module:Manages multiple client connections and controls message routing between users.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Client Module:Provides interface for users to send and receive messages.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Messaging Module:Enables real-time text communication between connected users.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Data Storage Module:Stores chat history locally using a database (optional).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Notification Module:Alerts users when a new message is received.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Error Handling Module:Detects and manages connection issues or message failures.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578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Implementation Screens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7" name="Content Placeholder 6" descr="SYSTEM KE TEHA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2100" y="1825625"/>
            <a:ext cx="6527165" cy="435165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Experimental Results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7" name="Content Placeholder 16" descr="PPT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77975"/>
            <a:ext cx="3474085" cy="435165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19" name="Picture 18" descr="PPT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690" y="1383030"/>
            <a:ext cx="7181850" cy="2548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Result Discussion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Key Observations: The local chat application shows steady growth in users, higher message activity, and reduced response time over time.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Performance Improvements:System optimization led to lower latency and better handling of increasing message load efficiently.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Comparison with Existing Methods:Compared to traditional communication methods, the chat application provides faster, real-time, and more scalable interaction.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Work Completed So Far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US" dirty="0"/>
              <a:t>* Literature Review:** Studied existing chat systems and real-time communication technologies to understand features and limitations.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Dataset Collection:Collected user interaction data such as messages, timestamps, and response times for analysis and testing.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Model Development:Designed the chat application architecture including client-server communication and message handling logic.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Partial Implementation:Successfully implemented core features like user messaging, basic UI, and real-time message delivery.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Challenges Faced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altLang="en-US" dirty="0"/>
              <a:t>* Dataset Limitations:** The dataset is limited in size and may not fully represent real-world large-scale usage, with fewer variations in user behavior and message patterns affecting analysis accuracy.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Technical Issues:Encountered challenges such as network latency, message delivery delays, synchronization problems between users, and occasional server connection failures.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* Implementation Challenges: Faced difficulties in implementing real-time messaging, managing concurrent users, optimizing system performance, and maintaining low latency with increasing load.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Major Project Review-II - 14th March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Conclusion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* Summary of Progress Achieved:Successfully designed and developed a functional prototype of the local chat application, implementing core features such as real-time messaging, user interface design, and basic client-server communication, along with initial performance improvements like reduced latency and efficient handling of increasing message traffic.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References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9825"/>
            <a:ext cx="10515600" cy="5037455"/>
          </a:xfrm>
        </p:spPr>
        <p:txBody>
          <a:bodyPr>
            <a:normAutofit fontScale="75000"/>
          </a:bodyPr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References (IEEE Format)</a:t>
            </a:r>
            <a:endParaRPr lang="en-US" altLang="en-US" dirty="0"/>
          </a:p>
          <a:p>
            <a:r>
              <a:rPr lang="en-US" altLang="en-US" dirty="0"/>
              <a:t>[1] A. Nikose *et al*., “Real-Time Chat Application,” *Int. J. Sci. Res. Eng. Technol.*, 2023.</a:t>
            </a:r>
            <a:endParaRPr lang="en-US" altLang="en-US" dirty="0"/>
          </a:p>
          <a:p>
            <a:r>
              <a:rPr lang="en-US" altLang="en-US" dirty="0"/>
              <a:t>[2] S. Songa and M. Mupeta, “Design of Real-Time Chat Application System,” *Int. J. Adv. Res.*, 2025.</a:t>
            </a:r>
            <a:endParaRPr lang="en-US" altLang="en-US" dirty="0"/>
          </a:p>
          <a:p>
            <a:r>
              <a:rPr lang="en-US" altLang="en-US" dirty="0"/>
              <a:t>[3] S. Sathya and S. Swetha, “Chat Application Using WebSocket,” *Int. J. Sci. Res. Sci. Technol.*, 2025.</a:t>
            </a:r>
            <a:endParaRPr lang="en-US" altLang="en-US" dirty="0"/>
          </a:p>
          <a:p>
            <a:r>
              <a:rPr lang="en-US" altLang="en-US" dirty="0"/>
              <a:t>[4] D. Suganthi *et al*., “Cloud-Based Chat Application,” *IJRASET*, 2025.</a:t>
            </a:r>
            <a:endParaRPr lang="en-US" altLang="en-US" dirty="0"/>
          </a:p>
          <a:p>
            <a:r>
              <a:rPr lang="en-US" altLang="en-US" dirty="0"/>
              <a:t>[5] V. Rawat *et al*., “Web-Based Real-Time Chat Application,” in *Proc. IEEE Conf.*, 2024.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* **Technical Resources Used:** Referred to research papers, journals, and IEEE articles to understand real-time communication and system design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443" y="2569709"/>
            <a:ext cx="5733327" cy="1718581"/>
          </a:xfrm>
        </p:spPr>
        <p:txBody>
          <a:bodyPr>
            <a:normAutofit/>
          </a:bodyPr>
          <a:lstStyle/>
          <a:p>
            <a:r>
              <a:rPr sz="9600" b="1" dirty="0">
                <a:solidFill>
                  <a:schemeClr val="accent1"/>
                </a:solidFill>
              </a:rPr>
              <a:t>Thank You</a:t>
            </a:r>
            <a:endParaRPr sz="9600" b="1" dirty="0">
              <a:solidFill>
                <a:schemeClr val="accent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Major Project Review-II - 14th March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8412</Words>
  <Application>WPS Presentation</Application>
  <PresentationFormat>Widescreen</PresentationFormat>
  <Paragraphs>340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Arial</vt:lpstr>
      <vt:lpstr>Times New Roman</vt:lpstr>
      <vt:lpstr>等线</vt:lpstr>
      <vt:lpstr>Office Theme</vt:lpstr>
      <vt:lpstr>&lt;Title of Project&gt;</vt:lpstr>
      <vt:lpstr>Project Overview</vt:lpstr>
      <vt:lpstr>Problem Statement</vt:lpstr>
      <vt:lpstr>Project Objectives</vt:lpstr>
      <vt:lpstr>Literature Review</vt:lpstr>
      <vt:lpstr>System Architecture</vt:lpstr>
      <vt:lpstr>Proposed System</vt:lpstr>
      <vt:lpstr>Dataset Description</vt:lpstr>
      <vt:lpstr>Methodology</vt:lpstr>
      <vt:lpstr>Tools &amp; Technologies</vt:lpstr>
      <vt:lpstr>Modules Implemented Details</vt:lpstr>
      <vt:lpstr>Implementation Screens</vt:lpstr>
      <vt:lpstr>Experimental Results</vt:lpstr>
      <vt:lpstr>Result Discussion</vt:lpstr>
      <vt:lpstr>Work Completed So Far</vt:lpstr>
      <vt:lpstr>Challenges Faced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/>
  <dc:description>generated using python-pptx</dc:description>
  <cp:lastModifiedBy>DEVANSH SHARMA (RA231103003002</cp:lastModifiedBy>
  <cp:revision>10</cp:revision>
  <dcterms:created xsi:type="dcterms:W3CDTF">2013-01-27T09:14:00Z</dcterms:created>
  <dcterms:modified xsi:type="dcterms:W3CDTF">2026-04-19T18:38:46Z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D0E6639965FD4303B784141CB1AD59EA_13</vt:lpwstr>
  </property>
  <property fmtid="{D5CDD505-2E9C-101B-9397-08002B2CF9AE}" pid="3" name="KSOProductBuildVer">
    <vt:lpwstr>1033-12.1.0.25242</vt:lpwstr>
  </property>
</Properties>
</file>